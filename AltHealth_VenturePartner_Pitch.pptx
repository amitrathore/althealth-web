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200400" cy="347472"/>
          </a:xfrm>
          <a:prstGeom prst="rect">
            <a:avLst/>
          </a:prstGeom>
          <a:solidFill>
            <a:srgbClr val="1E4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nrope"/>
              </a:rPr>
              <a:t>VENTURE PARTNER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Fraunces"/>
              </a:rPr>
              <a:t>AltHealth
Venture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CCFF"/>
                </a:solidFill>
                <a:latin typeface="Manrope"/>
              </a:rPr>
              <a:t>Own the wellness commerce infrastructure in your market.
Revenue share · Equity · Venture-style upside.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0D0"/>
                </a:solidFill>
                <a:latin typeface="Manrope"/>
              </a:rPr>
              <a:t>althealth.me/venture  ·  support@althealth.me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6"/>
                </a:solidFill>
                <a:latin typeface="Fraunces"/>
              </a:rPr>
              <a:t>The wellness economy is broken
at the distribution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9436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A5668"/>
                </a:solidFill>
                <a:latin typeface="Manrope"/>
              </a:rPr>
              <a:t>Brands spend 40–60% of revenue on ads</a:t>
            </a:r>
            <a:r>
              <a:rPr lang="en-US" sz="1500" dirty="0">
                <a:solidFill>
                  <a:srgbClr val="4A5668"/>
                </a:solidFill>
                <a:latin typeface="Manrope"/>
              </a:rPr>
              <a:t>, distribution, wholesale/retail channels</a:t>
            </a:r>
            <a:r>
              <a:rPr sz="1500" dirty="0">
                <a:solidFill>
                  <a:srgbClr val="4A5668"/>
                </a:solidFill>
                <a:latin typeface="Manrope"/>
              </a:rPr>
              <a:t> with declining returns</a:t>
            </a:r>
          </a:p>
          <a:p>
            <a:pPr algn="l">
              <a:spcBef>
                <a:spcPts val="400"/>
              </a:spcBef>
            </a:pPr>
            <a:endParaRPr lang="en-US" sz="1500" dirty="0">
              <a:solidFill>
                <a:srgbClr val="4A5668"/>
              </a:solidFill>
              <a:latin typeface="Manrope"/>
            </a:endParaRP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A5668"/>
                </a:solidFill>
                <a:latin typeface="Manrope"/>
              </a:rPr>
              <a:t>Practitioners give away billions in purchasing influence — for free</a:t>
            </a:r>
          </a:p>
          <a:p>
            <a:pPr algn="l">
              <a:spcBef>
                <a:spcPts val="400"/>
              </a:spcBef>
            </a:pPr>
            <a:endParaRPr lang="en-US" sz="1500" dirty="0">
              <a:solidFill>
                <a:srgbClr val="4A5668"/>
              </a:solidFill>
              <a:latin typeface="Manrope"/>
            </a:endParaRP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A5668"/>
                </a:solidFill>
                <a:latin typeface="Manrope"/>
              </a:rPr>
              <a:t>Patients buy from Amazon based on reviews instead of their doctor's advice</a:t>
            </a:r>
          </a:p>
          <a:p>
            <a:pPr algn="l">
              <a:spcBef>
                <a:spcPts val="400"/>
              </a:spcBef>
            </a:pPr>
            <a:endParaRPr lang="en-US" sz="1500" dirty="0">
              <a:solidFill>
                <a:srgbClr val="4A5668"/>
              </a:solidFill>
              <a:latin typeface="Manrope"/>
            </a:endParaRP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A5668"/>
                </a:solidFill>
                <a:latin typeface="Manrope"/>
              </a:rPr>
              <a:t>No infrastructure connects trust → recommendation → purchase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280160"/>
            <a:ext cx="3931920" cy="420624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6459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1A3DB8"/>
                </a:solidFill>
                <a:latin typeface="Fraunces"/>
              </a:rPr>
              <a:t>$10T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834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668"/>
                </a:solidFill>
                <a:latin typeface="Manrope"/>
              </a:rPr>
              <a:t>Global wellness economy
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7490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A4F"/>
                </a:solidFill>
                <a:latin typeface="Manrope"/>
              </a:rPr>
              <a:t>1M+
licensed US practitioners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A4F"/>
                </a:solidFill>
                <a:latin typeface="Manrope"/>
              </a:rPr>
              <a:t>5–10×
better conversion vs. digital 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6"/>
                </a:solidFill>
                <a:latin typeface="Fraunces"/>
              </a:rPr>
              <a:t>AltHealth is the commerce OS
for practitioner-led wellness.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1C26"/>
                </a:solidFill>
                <a:latin typeface="Manrope"/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8892E"/>
                </a:solidFill>
                <a:latin typeface="Fraunces"/>
              </a:rPr>
              <a:t>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668"/>
                </a:solidFill>
                <a:latin typeface="Manrope"/>
              </a:rPr>
              <a:t>Authentic distribution with full attribution. No wasted ad spend. Real ROI.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688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1C26"/>
                </a:solidFill>
                <a:latin typeface="Manrope"/>
              </a:rPr>
              <a:t>👩‍⚕️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DB8"/>
                </a:solidFill>
                <a:latin typeface="Fraunces"/>
              </a:rPr>
              <a:t>Practitioners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668"/>
                </a:solidFill>
                <a:latin typeface="Manrope"/>
              </a:rPr>
              <a:t>Passive income from recommendations already being made. No inventory. No 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6888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1C26"/>
                </a:solidFill>
                <a:latin typeface="Manrope"/>
              </a:rPr>
              <a:t>🧑‍🤝‍🧑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C1A4F"/>
                </a:solidFill>
                <a:latin typeface="Fraunces"/>
              </a:rPr>
              <a:t>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4903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668"/>
                </a:solidFill>
                <a:latin typeface="Manrope"/>
              </a:rPr>
              <a:t>Buy what their trusted provider actually recommends — curated, transparent, trusted.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Trust → Recommendation → Purchase.
Fully tracked and attributed.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FFF"/>
                </a:solidFill>
                <a:latin typeface="Fraunce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Brand lists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Sets commission rates (10–25%), builds collections, joins campaigns.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60604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743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FFF"/>
                </a:solidFill>
                <a:latin typeface="Fraunce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383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Practitioner curates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88620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Builds storefront, shares QR code or link with patients at point of care.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0604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FFF"/>
                </a:solidFill>
                <a:latin typeface="Fraunce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Patient purchases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Buys from the practitioner's storefront — familiar, trusted, frictionless.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0604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FFF"/>
                </a:solidFill>
                <a:latin typeface="Fraunce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383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Everyone earns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88620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Brand pays commission → platform fee → practitioner earns. All attributed.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Three recurring revenue streams.
Operators share in all of them.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3464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Revenue Stream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Source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Price Point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Operator Share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Brand Subscriptions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Monthly SaaS fee per brand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$99 – $999 / mo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Per agreement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Practitioner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Monthly membership per practitioner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$99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Per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Platform Transaction Fees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% of GMV through marketplace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% of each sale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Per agreement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A3DB8"/>
                </a:solidFill>
                <a:latin typeface="Manrope"/>
              </a:rPr>
              <a:t>Venture Partners earn 50% revenue share across all streams within their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unces"/>
              </a:rPr>
              <a:t>AltHealth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88"/>
                </a:solidFill>
                <a:latin typeface="Manrop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Fraunces"/>
              </a:rPr>
              <a:t>We're not looking for investors.
We're looking for co-owners.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50% revenue share on all activity in your market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Profit share on market P&amp;L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Equity grant commensurate with your buy-in level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Sub-operator rights — build your own operator network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Strategic vertical or regional market rights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8CCFF"/>
                </a:solidFill>
                <a:latin typeface="Manrope"/>
              </a:rPr>
              <a:t>  Dedicated support team + AltHealth Commerce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280160"/>
            <a:ext cx="3749039" cy="4572000"/>
          </a:xfrm>
          <a:prstGeom prst="rect">
            <a:avLst/>
          </a:prstGeom>
          <a:solidFill>
            <a:srgbClr val="1E4AD4"/>
          </a:solidFill>
          <a:ln w="9525">
            <a:solidFill>
              <a:srgbClr val="4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Your market.
Your brand.
Your upside.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66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FF"/>
                </a:solidFill>
                <a:latin typeface="Manrope"/>
              </a:rPr>
              <a:t>AltHealth provides the infrastructure. You own the market.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INVESTMENT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Three levels of partnership.
All receive 50% revenue share + equity.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3703320" cy="384048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DB8"/>
                </a:solidFill>
                <a:latin typeface="Fraunces"/>
              </a:rPr>
              <a:t>$25K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Entry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Equity grant (entry level)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93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Regional market rights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8114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50% revenue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8289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Profit share on market P&amp;L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846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Dedicated support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Sub-operator rights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514600"/>
            <a:ext cx="3703320" cy="3840480"/>
          </a:xfrm>
          <a:prstGeom prst="rect">
            <a:avLst/>
          </a:prstGeom>
          <a:solidFill>
            <a:srgbClr val="D0DD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3DB8"/>
                </a:solidFill>
                <a:latin typeface="Fraunces"/>
              </a:rPr>
              <a:t>$50K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04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B8"/>
                </a:solidFill>
                <a:latin typeface="Manrope"/>
              </a:rPr>
              <a:t>Growth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39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Enhanced equity grant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793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Multi-market rights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8114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50% revenue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8289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Profit share on market P&amp;L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846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Dedicated support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864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668"/>
                </a:solidFill>
                <a:latin typeface="Manrope"/>
              </a:rPr>
              <a:t>✓  Priority deal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514600"/>
            <a:ext cx="3703320" cy="3840480"/>
          </a:xfrm>
          <a:prstGeom prst="rect">
            <a:avLst/>
          </a:prstGeom>
          <a:solidFill>
            <a:srgbClr val="1A3DB8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6974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Fraunces"/>
              </a:rPr>
              <a:t>$100K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5204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nrope"/>
              </a:rPr>
              <a:t>Strategic 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77639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Maximum equity grant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2793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National / vertical rights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58114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50% revenue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88289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Profit share on market P&amp;L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1846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Board observer seat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4864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nrope"/>
              </a:rPr>
              <a:t>✓  JV &amp; expansion rights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FULL OPERATOR TIER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Start anywhere. Scale to Venture Partner.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1124712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Tier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Buy-In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Rev Share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Equity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Market Rights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</a:rPr>
                        <a:t>Support</a:t>
                      </a:r>
                    </a:p>
                  </a:txBody>
                  <a:tcPr>
                    <a:solidFill>
                      <a:srgbClr val="1A3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🌱 Business Connector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Free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5–10% + VP bonus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—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None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Self-serve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🏗️ Market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$10K setup + $1K/mo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Group coaching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🚀 Venture Partner — Entry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$25K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50%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✓ Entry grant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Regional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Dedicated team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🚀 Venture Partner —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✓ Enhanced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Multi-market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Dedicated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🚀 Venture Partner — Strategic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$100K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50%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✓ Maximum grant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National/Vertical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C26"/>
                          </a:solidFill>
                          <a:latin typeface="Manrope"/>
                        </a:rPr>
                        <a:t>Dedicated + Board</a:t>
                      </a:r>
                    </a:p>
                  </a:txBody>
                  <a:tcPr>
                    <a:solidFill>
                      <a:srgbClr val="E8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OPEN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16+ open verticals. First mover wins the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Functional Medicine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51760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724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Women's Hormones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51760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724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Gut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651760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2724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Longevity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Mental Wellness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310128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Sports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310128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Biohacking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310128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Fertility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68496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Sleep Health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968496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044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Skin &amp; Dermatology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968496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Ayurveda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968496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Naturopaths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Yoga Studios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626864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044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Corporate Wellness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626864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Pet Wellness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626864"/>
            <a:ext cx="2743200" cy="502920"/>
          </a:xfrm>
          <a:prstGeom prst="rect">
            <a:avLst/>
          </a:prstGeom>
          <a:solidFill>
            <a:srgbClr val="E8EFFF"/>
          </a:solidFill>
          <a:ln w="9525">
            <a:solidFill>
              <a:srgbClr val="B0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4F"/>
                </a:solidFill>
                <a:latin typeface="Manrope"/>
              </a:rPr>
              <a:t>Chiropractors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668"/>
                </a:solidFill>
                <a:latin typeface="Manrope"/>
              </a:rPr>
              <a:t>Exclusivity tied to performance milestones. Many categories still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C26"/>
                </a:solidFill>
                <a:latin typeface="Fraunces"/>
              </a:rPr>
              <a:t>Live platform. Founding cohorts open.
Early-mover economics available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743200" cy="237744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3DB8"/>
                </a:solidFill>
                <a:latin typeface="Fraunces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668"/>
                </a:solidFill>
                <a:latin typeface="Manrope"/>
              </a:rPr>
              <a:t>Platform at althealth.me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743200"/>
            <a:ext cx="2743200" cy="237744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3DB8"/>
                </a:solidFill>
                <a:latin typeface="Fraunces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668"/>
                </a:solidFill>
                <a:latin typeface="Manrope"/>
              </a:rPr>
              <a:t>Founding brand spots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2743200" cy="237744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3DB8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668"/>
                </a:solidFill>
                <a:latin typeface="Manrope"/>
              </a:rPr>
              <a:t>Founding practitioner spots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743200"/>
            <a:ext cx="2743200" cy="2377440"/>
          </a:xfrm>
          <a:prstGeom prst="rect">
            <a:avLst/>
          </a:prstGeom>
          <a:solidFill>
            <a:srgbClr val="E8EFFF"/>
          </a:solidFill>
          <a:ln w="9525">
            <a:solidFill>
              <a:srgbClr val="1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3DB8"/>
                </a:solidFill>
                <a:latin typeface="Fraunce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668"/>
                </a:solidFill>
                <a:latin typeface="Manrope"/>
              </a:rPr>
              <a:t>Operator tiers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A3DB8"/>
                </a:solidFill>
                <a:latin typeface="Manrope"/>
              </a:rPr>
              <a:t>Founding partners receive the most favorable equity terms — terms improve as the platform scales.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A4F"/>
                </a:solidFill>
                <a:latin typeface="Fraunces"/>
              </a:rPr>
              <a:t>AltHealth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5668"/>
                </a:solidFill>
                <a:latin typeface="Manrop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6"/>
                </a:solidFill>
                <a:latin typeface="Fraunces"/>
              </a:rPr>
              <a:t>Five tailwinds converging.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C26"/>
                </a:solidFill>
                <a:latin typeface="Manrope"/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C26"/>
                </a:solidFill>
                <a:latin typeface="Manrope"/>
              </a:rPr>
              <a:t>Wellness spending accelerating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134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Post-pandemic health awareness has permanently elevated wellness spending across all demographics.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1064240" cy="9144"/>
          </a:xfrm>
          <a:prstGeom prst="rect">
            <a:avLst/>
          </a:prstGeom>
          <a:solidFill>
            <a:srgbClr val="CC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C26"/>
                </a:solidFill>
                <a:latin typeface="Manrope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90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C26"/>
                </a:solidFill>
                <a:latin typeface="Manrope"/>
              </a:rPr>
              <a:t>Brands pulling back on Meta/Google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906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Rising CPMs and declining ROAS are forcing brands to find alternative, trust-based distribution channels.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11064240" cy="9144"/>
          </a:xfrm>
          <a:prstGeom prst="rect">
            <a:avLst/>
          </a:prstGeom>
          <a:solidFill>
            <a:srgbClr val="CC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C26"/>
                </a:solidFill>
                <a:latin typeface="Manrope"/>
              </a:rPr>
              <a:t>👩‍⚕️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C26"/>
                </a:solidFill>
                <a:latin typeface="Manrope"/>
              </a:rPr>
              <a:t>Practitioners want new income 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679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Declining reimbursements are pushing practitioners to diversify — AltHealth is the natural fit.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1064240" cy="9144"/>
          </a:xfrm>
          <a:prstGeom prst="rect">
            <a:avLst/>
          </a:prstGeom>
          <a:solidFill>
            <a:srgbClr val="CC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C26"/>
                </a:solidFill>
                <a:latin typeface="Manrope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C26"/>
                </a:solidFill>
                <a:latin typeface="Manrope"/>
              </a:rPr>
              <a:t>AI making curation scalable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4515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Personalized product recommendations can now be automated at scale, improving conversion for everyone.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1064240" cy="9144"/>
          </a:xfrm>
          <a:prstGeom prst="rect">
            <a:avLst/>
          </a:prstGeom>
          <a:solidFill>
            <a:srgbClr val="CC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C26"/>
                </a:solidFill>
                <a:latin typeface="Manrope"/>
              </a:rPr>
              <a:t>⏱️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22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C26"/>
                </a:solidFill>
                <a:latin typeface="Manrope"/>
              </a:rPr>
              <a:t>Pre-scale = best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2239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668"/>
                </a:solidFill>
                <a:latin typeface="Manrope"/>
              </a:rPr>
              <a:t>AltHealth is pre-institutional. Founding Venture Partners get equity terms that won't be available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unces"/>
              </a:rPr>
              <a:t>AltHealth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8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88"/>
                </a:solidFill>
                <a:latin typeface="Manrope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B8"/>
                </a:solidFill>
                <a:latin typeface="Manrope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Fraunces"/>
              </a:rPr>
              <a:t>Join the founding cohort
of Venture Partners.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CCFF"/>
                </a:solidFill>
                <a:latin typeface="Manrope"/>
              </a:rPr>
              <a:t>Spots are limited. Market rights are first-come by vertical and region.
Founding partners receive the most favorable equity terms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2377440" cy="1280160"/>
          </a:xfrm>
          <a:prstGeom prst="rect">
            <a:avLst/>
          </a:prstGeom>
          <a:solidFill>
            <a:srgbClr val="1E4AD4"/>
          </a:solidFill>
          <a:ln w="9525">
            <a:solidFill>
              <a:srgbClr val="4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Fraunces"/>
              </a:rPr>
              <a:t>$25K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CFF"/>
                </a:solidFill>
                <a:latin typeface="Manrope"/>
              </a:rPr>
              <a:t>Entry Partner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114800"/>
            <a:ext cx="2377440" cy="1280160"/>
          </a:xfrm>
          <a:prstGeom prst="rect">
            <a:avLst/>
          </a:prstGeom>
          <a:solidFill>
            <a:srgbClr val="1E4AD4"/>
          </a:solidFill>
          <a:ln w="9525">
            <a:solidFill>
              <a:srgbClr val="4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Fraunces"/>
              </a:rPr>
              <a:t>$50K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CFF"/>
                </a:solidFill>
                <a:latin typeface="Manrope"/>
              </a:rPr>
              <a:t>Growth Partner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79" y="4114800"/>
            <a:ext cx="2377440" cy="1280160"/>
          </a:xfrm>
          <a:prstGeom prst="rect">
            <a:avLst/>
          </a:prstGeom>
          <a:solidFill>
            <a:srgbClr val="1E4AD4"/>
          </a:solidFill>
          <a:ln w="9525">
            <a:solidFill>
              <a:srgbClr val="4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39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Fraunces"/>
              </a:rPr>
              <a:t>$100K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39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CFF"/>
                </a:solidFill>
                <a:latin typeface="Manrope"/>
              </a:rPr>
              <a:t>Strategic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nrope"/>
              </a:rPr>
              <a:t>Apply:  althealth.me/venture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FF"/>
                </a:solidFill>
                <a:latin typeface="Manrope"/>
              </a:rPr>
              <a:t>Contact:  support@althealth.me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931</Words>
  <Application>Microsoft Macintosh PowerPoint</Application>
  <PresentationFormat>Custom</PresentationFormat>
  <Paragraphs>215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Fraunces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Rathore</cp:lastModifiedBy>
  <cp:revision>3</cp:revision>
  <dcterms:created xsi:type="dcterms:W3CDTF">2013-01-27T09:14:16Z</dcterms:created>
  <dcterms:modified xsi:type="dcterms:W3CDTF">2026-05-11T04:19:30Z</dcterms:modified>
  <cp:category/>
</cp:coreProperties>
</file>