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3200400" cy="347472"/>
          </a:xfrm>
          <a:prstGeom prst="rect">
            <a:avLst/>
          </a:prstGeom>
          <a:solidFill>
            <a:srgbClr val="1E4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Manrope"/>
              </a:rPr>
              <a:t>VENTURE PARTNER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Fraunces"/>
              </a:rPr>
              <a:t>AltHealth
Venture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6616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8CCFF"/>
                </a:solidFill>
                <a:latin typeface="Manrope"/>
              </a:rPr>
              <a:t>Own the wellness commerce infrastructure in your market.
Revenue share · Equity · Venture-style upside.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A0D0"/>
                </a:solidFill>
                <a:latin typeface="Manrope"/>
              </a:rPr>
              <a:t>althealth.me/venture  ·  support@althealth.me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6858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1C26"/>
                </a:solidFill>
                <a:latin typeface="Fraunces"/>
              </a:rPr>
              <a:t>The wellness economy is broken
at the distribution layer.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4A5668"/>
                </a:solidFill>
                <a:latin typeface="Manrope"/>
              </a:rPr>
              <a:t>  Brands spend 40–60% of revenue on ads with declining returns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4A5668"/>
                </a:solidFill>
                <a:latin typeface="Manrope"/>
              </a:rPr>
              <a:t>  Practitioners give away billions in purchasing influence — for free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4A5668"/>
                </a:solidFill>
                <a:latin typeface="Manrope"/>
              </a:rPr>
              <a:t>  Patients buy from Amazon based on reviews instead of their doctor's advice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4A5668"/>
                </a:solidFill>
                <a:latin typeface="Manrope"/>
              </a:rPr>
              <a:t>  No infrastructure connects trust → recommendation → purchase at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280160"/>
            <a:ext cx="3931920" cy="420624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64592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1A3DB8"/>
                </a:solidFill>
                <a:latin typeface="Fraunces"/>
              </a:rPr>
              <a:t>$10T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834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A5668"/>
                </a:solidFill>
                <a:latin typeface="Manrope"/>
              </a:rPr>
              <a:t>Global wellness economy
by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749039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C1A4F"/>
                </a:solidFill>
                <a:latin typeface="Manrope"/>
              </a:rPr>
              <a:t>1M+
licensed US practitioners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57200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C1A4F"/>
                </a:solidFill>
                <a:latin typeface="Manrope"/>
              </a:rPr>
              <a:t>5–10×
better conversion vs. digital ads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THE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1C26"/>
                </a:solidFill>
                <a:latin typeface="Fraunces"/>
              </a:rPr>
              <a:t>AltHealth is the commerce OS
for practitioner-led wellness.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68880"/>
            <a:ext cx="36576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41C26"/>
                </a:solidFill>
                <a:latin typeface="Manrope"/>
              </a:rPr>
              <a:t>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8892E"/>
                </a:solidFill>
                <a:latin typeface="Fraunces"/>
              </a:rP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668"/>
                </a:solidFill>
                <a:latin typeface="Manrope"/>
              </a:rPr>
              <a:t>Authentic distribution with full attribution. No wasted ad spend. Real ROI.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468880"/>
            <a:ext cx="36576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6517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41C26"/>
                </a:solidFill>
                <a:latin typeface="Manrope"/>
              </a:rPr>
              <a:t>👩‍⚕️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DB8"/>
                </a:solidFill>
                <a:latin typeface="Fraunces"/>
              </a:rPr>
              <a:t>Practitioners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749039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668"/>
                </a:solidFill>
                <a:latin typeface="Manrope"/>
              </a:rPr>
              <a:t>Passive income from recommendations already being made. No inventory. No ads.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468880"/>
            <a:ext cx="36576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6517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41C26"/>
                </a:solidFill>
                <a:latin typeface="Manrope"/>
              </a:rPr>
              <a:t>🧑‍🤝‍🧑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C1A4F"/>
                </a:solidFill>
                <a:latin typeface="Fraunces"/>
              </a:rPr>
              <a:t>Patients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49039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668"/>
                </a:solidFill>
                <a:latin typeface="Manrope"/>
              </a:rPr>
              <a:t>Buy what their trusted provider actually recommends — curated, transparent, trusted.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Trust → Recommendation → Purchase.
Fully tracked and attributed.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6974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FFF"/>
                </a:solidFill>
                <a:latin typeface="Fraunce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Brand lists products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Sets commission rates (10–25%), builds collections, joins campaigns.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606040"/>
            <a:ext cx="26974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7432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FFF"/>
                </a:solidFill>
                <a:latin typeface="Fraunce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3832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Practitioner curates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88620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Builds storefront, shares QR code or link with patients at point of care.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606040"/>
            <a:ext cx="26974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FFF"/>
                </a:solidFill>
                <a:latin typeface="Fraunce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3832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Patient purchases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88620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Buys from the practitioner's storefront — familiar, trusted, frictionless.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2606040"/>
            <a:ext cx="26974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27432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FFF"/>
                </a:solidFill>
                <a:latin typeface="Fraunce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3832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Everyone earns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88620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Brand pays commission → platform fee → practitioner earns. All attributed.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BUSINESS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Three recurring revenue streams.
Operators share in all of them.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834640"/>
          <a:ext cx="11064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2860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Revenue Stream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Source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Price Point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Operator Share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Brand Subscriptions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Monthly SaaS fee per brand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$99 – $999 / mo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Per agreement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Practitioner 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Monthly membership per practitioner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$99 /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Per agreement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Platform Transaction Fees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% of GMV through marketplace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% of each sale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Per agreement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1A3DB8"/>
                </a:solidFill>
                <a:latin typeface="Manrope"/>
              </a:rPr>
              <a:t>Venture Partners earn 50% revenue share across all streams within their market.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unces"/>
              </a:rPr>
              <a:t>AltHealth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5588"/>
                </a:solidFill>
                <a:latin typeface="Manrop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229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Fraunces"/>
              </a:rPr>
              <a:t>We're not looking for investors.
We're looking for co-owners.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50% revenue share on all activity in your market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Profit share on market P&amp;L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Equity grant commensurate with your buy-in level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Sub-operator rights — build your own operator network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Strategic vertical or regional market rights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Dedicated support team + AltHealth Commerce 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3749039" cy="4572000"/>
          </a:xfrm>
          <a:prstGeom prst="rect">
            <a:avLst/>
          </a:prstGeom>
          <a:solidFill>
            <a:srgbClr val="1E4AD4"/>
          </a:solidFill>
          <a:ln w="9525">
            <a:solidFill>
              <a:srgbClr val="44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645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Fraunces"/>
              </a:rPr>
              <a:t>Your market.
Your brand.
Your upside.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5661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CFF"/>
                </a:solidFill>
                <a:latin typeface="Manrope"/>
              </a:rPr>
              <a:t>AltHealth provides the infrastructure. You own the market.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INVESTMENT TIERS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Three levels of partnership.
All receive 50% revenue share + equity.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14600"/>
            <a:ext cx="3703320" cy="384048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3DB8"/>
                </a:solidFill>
                <a:latin typeface="Fraunces"/>
              </a:rPr>
              <a:t>$25K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Entry 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77639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Equity grant (entry level)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Regional market rights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8114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50% revenue share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82896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Profit share on market P&amp;L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84648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Dedicated support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8640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Sub-operator rights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2514600"/>
            <a:ext cx="3703320" cy="3840480"/>
          </a:xfrm>
          <a:prstGeom prst="rect">
            <a:avLst/>
          </a:prstGeom>
          <a:solidFill>
            <a:srgbClr val="D0DD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69748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3DB8"/>
                </a:solidFill>
                <a:latin typeface="Fraunces"/>
              </a:rPr>
              <a:t>$50K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204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B8"/>
                </a:solidFill>
                <a:latin typeface="Manrope"/>
              </a:rPr>
              <a:t>Growth Partner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977639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Enhanced equity grant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7939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Multi-market rights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58114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50% revenue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882896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Profit share on market P&amp;L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184648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Dedicated support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48640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Priority deal flow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2514600"/>
            <a:ext cx="3703320" cy="3840480"/>
          </a:xfrm>
          <a:prstGeom prst="rect">
            <a:avLst/>
          </a:prstGeom>
          <a:solidFill>
            <a:srgbClr val="1A3DB8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69748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Fraunces"/>
              </a:rPr>
              <a:t>$100K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5204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anrope"/>
              </a:rPr>
              <a:t>Strategic Partner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977639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Maximum equity grant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27939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National / vertical rights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58114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50% revenue share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4882896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Profit share on market P&amp;L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5184648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Board observer seat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548640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JV &amp; expansion rights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FULL OPERATOR TIER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Start anywhere. Scale to Venture Partner.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800"/>
                <a:gridCol w="1188720"/>
                <a:gridCol w="1645920"/>
                <a:gridCol w="1737360"/>
                <a:gridCol w="2468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Tier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Buy-In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Rev Share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Equity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Market Rights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Support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🌱 Business Connector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Free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5–10% + VP bonus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—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None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Self-serve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🏗️ Market Operator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$10K setup + $1K/mo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Conditional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Group coaching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🚀 Venture Partner — Entry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$25K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50%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✓ Entry grant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Regional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Dedicated team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🚀 Venture Partner — Growth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✓ Enhanced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Multi-market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Dedicated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🚀 Venture Partner — Strategic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$100K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50%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✓ Maximum grant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National/Vertical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Dedicated + Board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OPEN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16+ open verticals. First mover wins the market.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72491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Functional Medicine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651760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72491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Women's Hormones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51760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72491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Gut Health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2651760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72491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Longevity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10128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83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Mental Wellness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3310128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3383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Sports Recovery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310128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383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Biohacking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3310128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3383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Fertility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68496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Sleep Health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3280" y="3968496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044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Skin &amp; Dermatology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968496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Ayurveda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3968496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Naturopaths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26864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7000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Yoga Studios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4626864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47000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Corporate Wellness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626864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47000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Pet Wellness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4626864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47000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Chiropractors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263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668"/>
                </a:solidFill>
                <a:latin typeface="Manrope"/>
              </a:rPr>
              <a:t>Exclusivity tied to performance milestones. Many categories still available.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Live platform. Founding cohorts open.
Early-mover economics available now.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2743200" cy="237744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3DB8"/>
                </a:solidFill>
                <a:latin typeface="Fraunces"/>
              </a:rPr>
              <a:t>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A5668"/>
                </a:solidFill>
                <a:latin typeface="Manrope"/>
              </a:rPr>
              <a:t>Platform at althealth.me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743200"/>
            <a:ext cx="2743200" cy="237744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9260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3DB8"/>
                </a:solidFill>
                <a:latin typeface="Fraunces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A5668"/>
                </a:solidFill>
                <a:latin typeface="Manrope"/>
              </a:rPr>
              <a:t>Founding brand spots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743200"/>
            <a:ext cx="2743200" cy="237744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9260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3DB8"/>
                </a:solidFill>
                <a:latin typeface="Fraunces"/>
              </a:rPr>
              <a:t>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A5668"/>
                </a:solidFill>
                <a:latin typeface="Manrope"/>
              </a:rPr>
              <a:t>Founding practitioner spots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743200"/>
            <a:ext cx="2743200" cy="237744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29260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3DB8"/>
                </a:solidFill>
                <a:latin typeface="Fraunce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A5668"/>
                </a:solidFill>
                <a:latin typeface="Manrope"/>
              </a:rPr>
              <a:t>Operator tiers 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1A3DB8"/>
                </a:solidFill>
                <a:latin typeface="Manrope"/>
              </a:rPr>
              <a:t>Founding partners receive the most favorable equity terms — terms improve as the platform scales.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WHY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1C26"/>
                </a:solidFill>
                <a:latin typeface="Fraunces"/>
              </a:rPr>
              <a:t>Five tailwinds converging.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C26"/>
                </a:solidFill>
                <a:latin typeface="Manrope"/>
              </a:rPr>
              <a:t>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3134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C26"/>
                </a:solidFill>
                <a:latin typeface="Manrope"/>
              </a:rPr>
              <a:t>Wellness spending accelerating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313432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Post-pandemic health awareness has permanently elevated wellness spending across all demographics.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971800"/>
            <a:ext cx="11064240" cy="9144"/>
          </a:xfrm>
          <a:prstGeom prst="rect">
            <a:avLst/>
          </a:prstGeom>
          <a:solidFill>
            <a:srgbClr val="CCD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C26"/>
                </a:solidFill>
                <a:latin typeface="Manrope"/>
              </a:rPr>
              <a:t>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906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C26"/>
                </a:solidFill>
                <a:latin typeface="Manrope"/>
              </a:rPr>
              <a:t>Brands pulling back on Meta/Google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090672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Rising CPMs and declining ROAS are forcing brands to find alternative, trust-based distribution channels.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49040"/>
            <a:ext cx="11064240" cy="9144"/>
          </a:xfrm>
          <a:prstGeom prst="rect">
            <a:avLst/>
          </a:prstGeom>
          <a:solidFill>
            <a:srgbClr val="CCD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C26"/>
                </a:solidFill>
                <a:latin typeface="Manrope"/>
              </a:rPr>
              <a:t>👩‍⚕️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8679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C26"/>
                </a:solidFill>
                <a:latin typeface="Manrope"/>
              </a:rPr>
              <a:t>Practitioners want new income streams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867912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Declining reimbursements are pushing practitioners to diversify — AltHealth is the natural fit.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11064240" cy="9144"/>
          </a:xfrm>
          <a:prstGeom prst="rect">
            <a:avLst/>
          </a:prstGeom>
          <a:solidFill>
            <a:srgbClr val="CCD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17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C26"/>
                </a:solidFill>
                <a:latin typeface="Manrope"/>
              </a:rP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451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C26"/>
                </a:solidFill>
                <a:latin typeface="Manrope"/>
              </a:rPr>
              <a:t>AI making curation scalable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645152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Personalized product recommendations can now be automated at scale, improving conversion for everyone.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03520"/>
            <a:ext cx="11064240" cy="9144"/>
          </a:xfrm>
          <a:prstGeom prst="rect">
            <a:avLst/>
          </a:prstGeom>
          <a:solidFill>
            <a:srgbClr val="CCD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C26"/>
                </a:solidFill>
                <a:latin typeface="Manrope"/>
              </a:rPr>
              <a:t>⏱️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4223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C26"/>
                </a:solidFill>
                <a:latin typeface="Manrope"/>
              </a:rPr>
              <a:t>Pre-scale = best economics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422392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AltHealth is pre-institutional. Founding Venture Partners get equity terms that won't be available later.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unces"/>
              </a:rPr>
              <a:t>AltHealth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5588"/>
                </a:solidFill>
                <a:latin typeface="Manrope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229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THE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Fraunces"/>
              </a:rPr>
              <a:t>Join the founding cohort
of Venture Partners.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CCFF"/>
                </a:solidFill>
                <a:latin typeface="Manrope"/>
              </a:rPr>
              <a:t>Spots are limited. Market rights are first-come by vertical and region.
Founding partners receive the most favorable equity terms available.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2377440" cy="1280160"/>
          </a:xfrm>
          <a:prstGeom prst="rect">
            <a:avLst/>
          </a:prstGeom>
          <a:solidFill>
            <a:srgbClr val="1E4AD4"/>
          </a:solidFill>
          <a:ln w="9525">
            <a:solidFill>
              <a:srgbClr val="44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Fraunces"/>
              </a:rPr>
              <a:t>$25K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8CCFF"/>
                </a:solidFill>
                <a:latin typeface="Manrope"/>
              </a:rPr>
              <a:t>Entry Partner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114800"/>
            <a:ext cx="2377440" cy="1280160"/>
          </a:xfrm>
          <a:prstGeom prst="rect">
            <a:avLst/>
          </a:prstGeom>
          <a:solidFill>
            <a:srgbClr val="1E4AD4"/>
          </a:solidFill>
          <a:ln w="9525">
            <a:solidFill>
              <a:srgbClr val="44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42519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Fraunces"/>
              </a:rPr>
              <a:t>$50K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8CCFF"/>
                </a:solidFill>
                <a:latin typeface="Manrope"/>
              </a:rPr>
              <a:t>Growth Partner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79" y="4114800"/>
            <a:ext cx="2377440" cy="1280160"/>
          </a:xfrm>
          <a:prstGeom prst="rect">
            <a:avLst/>
          </a:prstGeom>
          <a:solidFill>
            <a:srgbClr val="1E4AD4"/>
          </a:solidFill>
          <a:ln w="9525">
            <a:solidFill>
              <a:srgbClr val="44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39" y="42519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Fraunces"/>
              </a:rPr>
              <a:t>$100K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39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8CCFF"/>
                </a:solidFill>
                <a:latin typeface="Manrope"/>
              </a:rPr>
              <a:t>Strategic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66928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nrope"/>
              </a:rPr>
              <a:t>Apply:  althealth.me/venture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807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CFF"/>
                </a:solidFill>
                <a:latin typeface="Manrope"/>
              </a:rPr>
              <a:t>Contact:  support@althealth.me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