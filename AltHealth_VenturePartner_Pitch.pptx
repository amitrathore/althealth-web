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05840"/>
            <a:ext cx="3200400" cy="347472"/>
          </a:xfrm>
          <a:prstGeom prst="rect">
            <a:avLst/>
          </a:prstGeom>
          <a:solidFill>
            <a:srgbClr val="1E4A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2412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Manrope"/>
              </a:rPr>
              <a:t>VENTURE PARTNER OPPORTUNITY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554480"/>
            <a:ext cx="7315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Fraunces"/>
              </a:rPr>
              <a:t>AltHealth
Venture Network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B8CCFF"/>
                </a:solidFill>
                <a:latin typeface="Manrope"/>
              </a:rPr>
              <a:t>Own the wellness commerce infrastructure in your market.
Revenue share · Equity · Venture-style upside.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88A0D0"/>
                </a:solidFill>
                <a:latin typeface="Manrope"/>
              </a:rPr>
              <a:t>althealth.me/venture  ·  support@althealth.me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68580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1C26"/>
                </a:solidFill>
                <a:latin typeface="Fraunces"/>
              </a:rPr>
              <a:t>The wellness economy is broken
at the distribution layer.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5943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4A5668"/>
                </a:solidFill>
                <a:latin typeface="Manrope"/>
              </a:rPr>
              <a:t>  Brands spend 40–60% of revenue on ads with declining returns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4A5668"/>
                </a:solidFill>
                <a:latin typeface="Manrope"/>
              </a:rPr>
              <a:t>  Practitioners give away billions in purchasing influence — for free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4A5668"/>
                </a:solidFill>
                <a:latin typeface="Manrope"/>
              </a:rPr>
              <a:t>  Patients buy from Amazon based on reviews instead of their doctor's advice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4A5668"/>
                </a:solidFill>
                <a:latin typeface="Manrope"/>
              </a:rPr>
              <a:t>  No infrastructure connects trust → recommendation → purchase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1280160"/>
            <a:ext cx="3931920" cy="42062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645920"/>
            <a:ext cx="3566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1A3DB8"/>
                </a:solidFill>
                <a:latin typeface="Fraunces"/>
              </a:rPr>
              <a:t>$10T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8346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A5668"/>
                </a:solidFill>
                <a:latin typeface="Manrope"/>
              </a:rPr>
              <a:t>Global wellness economy
by 2030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3749039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C1A4F"/>
                </a:solidFill>
                <a:latin typeface="Manrope"/>
              </a:rPr>
              <a:t>1M+
licensed US practitioners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572000"/>
            <a:ext cx="3566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C1A4F"/>
                </a:solidFill>
                <a:latin typeface="Manrope"/>
              </a:rPr>
              <a:t>5–10×
better conversion vs. digital ads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1C26"/>
                </a:solidFill>
                <a:latin typeface="Fraunces"/>
              </a:rPr>
              <a:t>AltHealth is the commerce OS
for practitioner-led wellness.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688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41C26"/>
                </a:solidFill>
                <a:latin typeface="Manrope"/>
              </a:rPr>
              <a:t>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8892E"/>
                </a:solidFill>
                <a:latin typeface="Fraunces"/>
              </a:rPr>
              <a:t>Brands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749039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668"/>
                </a:solidFill>
                <a:latin typeface="Manrope"/>
              </a:rPr>
              <a:t>Authentic distribution with full attribution. No wasted ad spend. Real ROI.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24688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80" y="2651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41C26"/>
                </a:solidFill>
                <a:latin typeface="Manrope"/>
              </a:rPr>
              <a:t>👩‍⚕️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3DB8"/>
                </a:solidFill>
                <a:latin typeface="Fraunces"/>
              </a:rPr>
              <a:t>Practitioners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80" y="3749039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668"/>
                </a:solidFill>
                <a:latin typeface="Manrope"/>
              </a:rPr>
              <a:t>Passive income from recommendations already being made. No inventory. No ads.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468880"/>
            <a:ext cx="3657600" cy="347472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651760"/>
            <a:ext cx="731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41C26"/>
                </a:solidFill>
                <a:latin typeface="Manrope"/>
              </a:rPr>
              <a:t>🧑‍🤝‍🧑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20040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C1A4F"/>
                </a:solidFill>
                <a:latin typeface="Fraunces"/>
              </a:rPr>
              <a:t>Patients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749039"/>
            <a:ext cx="3291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668"/>
                </a:solidFill>
                <a:latin typeface="Manrope"/>
              </a:rPr>
              <a:t>Buy what their trusted provider actually recommends — curated, transparent, trusted.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Trust → Recommendation → Purchase.
Fully tracked and attributed.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FFF"/>
                </a:solidFill>
                <a:latin typeface="Fraunce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832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Brand lists products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8620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Sets commission rates (10–25%), builds collections, joins campaigns.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60604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FFF"/>
                </a:solidFill>
                <a:latin typeface="Fraunces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33832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Practitioner curates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388620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Builds storefront, shares QR code or link with patients at point of care.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60604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FFF"/>
                </a:solidFill>
                <a:latin typeface="Fraunces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3832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Patient purchases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88620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Buys from the practitioner's storefront — familiar, trusted, frictionless.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98280" y="2606040"/>
            <a:ext cx="269748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CCD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81160" y="274320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E8EFFF"/>
                </a:solidFill>
                <a:latin typeface="Fraunces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81160" y="3383280"/>
            <a:ext cx="2423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Everyone earns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3886200"/>
            <a:ext cx="24231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Brand pays commission → platform fee → practitioner earns. All attributed.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BUSINESS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Three recurring revenue streams.
Operators share in all of them.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834640"/>
          <a:ext cx="110642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108960"/>
                <a:gridCol w="228600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Revenue Stream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Source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Price Point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Operator Share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Brand Subscriptions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Monthly SaaS fee per brand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$99 – $999 / mo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Per agreement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Practitioner Pro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Monthly membership per practitioner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$99 / 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Per agreement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Platform Transaction Fees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% of GMV through marketplace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% of each sale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Per agreement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1A3DB8"/>
                </a:solidFill>
                <a:latin typeface="Manrope"/>
              </a:rPr>
              <a:t>Venture Partners earn 50% revenue share across all streams within their market.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unces"/>
              </a:rPr>
              <a:t>AltHealth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5588"/>
                </a:solidFill>
                <a:latin typeface="Manrop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22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Fraunces"/>
              </a:rPr>
              <a:t>We're not looking for investors.
We're looking for co-owners.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6400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50% revenue share on all activity in your market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Profit share on market P&amp;L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Equity grant commensurate with your buy-in level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Sub-operator rights — build your own operator network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Strategic vertical or regional market rights</a:t>
            </a:r>
          </a:p>
          <a:p>
            <a:pPr algn="l">
              <a:spcBef>
                <a:spcPts val="400"/>
              </a:spcBef>
            </a:pPr>
            <a:r>
              <a:rPr sz="1500">
                <a:solidFill>
                  <a:srgbClr val="B8CCFF"/>
                </a:solidFill>
                <a:latin typeface="Manrope"/>
              </a:rPr>
              <a:t>  Dedicated support team + AltHealth Commerce 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1280160"/>
            <a:ext cx="3749039" cy="4572000"/>
          </a:xfrm>
          <a:prstGeom prst="rect">
            <a:avLst/>
          </a:prstGeom>
          <a:solidFill>
            <a:srgbClr val="1E4AD4"/>
          </a:solidFill>
          <a:ln w="9525">
            <a:solidFill>
              <a:srgbClr val="44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0" y="1645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Fraunces"/>
              </a:rPr>
              <a:t>Your market.
Your brand.
Your upside.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0" y="356616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8CCFF"/>
                </a:solidFill>
                <a:latin typeface="Manrope"/>
              </a:rPr>
              <a:t>AltHealth provides the infrastructure. You own the market.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INVESTMENT TIERS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Three levels of partnership.
All receive 50% revenue share + equity.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514600"/>
            <a:ext cx="3703320" cy="384048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69748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3DB8"/>
                </a:solidFill>
                <a:latin typeface="Fraunces"/>
              </a:rPr>
              <a:t>$25K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0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Entry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977639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Equity grant (entry level)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Regional market rights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58114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50% revenue share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Profit share on market P&amp;L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184648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Dedicated support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864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Sub-operator rights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2514600"/>
            <a:ext cx="3703320" cy="3840480"/>
          </a:xfrm>
          <a:prstGeom prst="rect">
            <a:avLst/>
          </a:prstGeom>
          <a:solidFill>
            <a:srgbClr val="D0DD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69748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3DB8"/>
                </a:solidFill>
                <a:latin typeface="Fraunces"/>
              </a:rPr>
              <a:t>$50K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20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B8"/>
                </a:solidFill>
                <a:latin typeface="Manrope"/>
              </a:rPr>
              <a:t>Growth Partner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977639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Enhanced equity grant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7939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Multi-market rights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58114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50% revenue share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Profit share on market P&amp;L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184648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Dedicated support team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54864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668"/>
                </a:solidFill>
                <a:latin typeface="Manrope"/>
              </a:rPr>
              <a:t>✓  Priority deal flow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0" y="2514600"/>
            <a:ext cx="3703320" cy="3840480"/>
          </a:xfrm>
          <a:prstGeom prst="rect">
            <a:avLst/>
          </a:prstGeom>
          <a:solidFill>
            <a:srgbClr val="1A3DB8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58200" y="2697480"/>
            <a:ext cx="3337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Fraunces"/>
              </a:rPr>
              <a:t>$100K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58200" y="3520440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Manrope"/>
              </a:rPr>
              <a:t>Strategic Partner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58200" y="3977639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Maximum equity grant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27939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National / vertical rights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4581144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50% revenue share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4882896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Profit share on market P&amp;L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5184648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Board observer seat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548640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Manrope"/>
              </a:rPr>
              <a:t>✓  JV &amp; expansion rights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FULL OPERATOR TIER 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Start anywhere. Scale to Venture Partner.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606040"/>
          <a:ext cx="11247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828800"/>
                <a:gridCol w="1188720"/>
                <a:gridCol w="1645920"/>
                <a:gridCol w="1737360"/>
                <a:gridCol w="2468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Tier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Buy-In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Rev Share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Equity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Market Rights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anrope"/>
                        </a:rPr>
                        <a:t>Support</a:t>
                      </a:r>
                    </a:p>
                  </a:txBody>
                  <a:tcPr>
                    <a:solidFill>
                      <a:srgbClr val="1A3DB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🌱 Business Connector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Free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5–10%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—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None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Self-serve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🏗️ Market Operator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$10K setup + $1K/mo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Conditional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Group coaching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🚀 Venture Partner — Entry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$25K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50%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✓ Entry grant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Regional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Dedicated team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🚀 Venture Partner — Growth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$50K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✓ Enhanced grant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Multi-market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Dedicated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🚀 Venture Partner — Strategic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$100K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50%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✓ Maximum grant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National/Vertical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41C26"/>
                          </a:solidFill>
                          <a:latin typeface="Manrope"/>
                        </a:rPr>
                        <a:t>Dedicated + Board</a:t>
                      </a:r>
                    </a:p>
                  </a:txBody>
                  <a:tcPr>
                    <a:solidFill>
                      <a:srgbClr val="E8E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OPEN MARKETS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16+ open verticals. First mover wins the market.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51760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Functional Medicine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83280" y="2651760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2044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Women's Hormones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2651760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Gut Health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2651760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724912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Longevity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310128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83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Mental Wellness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83280" y="3310128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20440" y="3383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Sports Recovery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09360" y="3310128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3383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Biohacking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235440" y="3310128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72600" y="3383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Fertility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968496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Sleep Health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83280" y="3968496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2044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Skin &amp; Dermatology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9360" y="3968496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4652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Ayurveda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35440" y="3968496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72600" y="40416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Naturopaths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626864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47000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Yoga Studios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383280" y="4626864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520440" y="47000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Corporate Wellness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626864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47000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Pet Wellness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626864"/>
            <a:ext cx="2743200" cy="502920"/>
          </a:xfrm>
          <a:prstGeom prst="rect">
            <a:avLst/>
          </a:prstGeom>
          <a:solidFill>
            <a:srgbClr val="E8EFFF"/>
          </a:solidFill>
          <a:ln w="9525">
            <a:solidFill>
              <a:srgbClr val="B0C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47000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C1A4F"/>
                </a:solidFill>
                <a:latin typeface="Manrope"/>
              </a:rPr>
              <a:t>Chiropractors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2636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668"/>
                </a:solidFill>
                <a:latin typeface="Manrope"/>
              </a:rPr>
              <a:t>Exclusivity tied to performance milestones. Many categories still available.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TRACTION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41C26"/>
                </a:solidFill>
                <a:latin typeface="Fraunces"/>
              </a:rPr>
              <a:t>Live platform. Founding cohorts open.
Early-mover economics available now.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2743200" cy="23774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DB8"/>
                </a:solidFill>
                <a:latin typeface="Fraunces"/>
              </a:rPr>
              <a:t>Live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668"/>
                </a:solidFill>
                <a:latin typeface="Manrope"/>
              </a:rPr>
              <a:t>Platform at althealth.me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83280" y="2743200"/>
            <a:ext cx="2743200" cy="23774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29260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DB8"/>
                </a:solidFill>
                <a:latin typeface="Fraunces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668"/>
                </a:solidFill>
                <a:latin typeface="Manrope"/>
              </a:rPr>
              <a:t>Founding brand spots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743200"/>
            <a:ext cx="2743200" cy="23774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9260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DB8"/>
                </a:solidFill>
                <a:latin typeface="Fraunces"/>
              </a:rPr>
              <a:t>44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668"/>
                </a:solidFill>
                <a:latin typeface="Manrope"/>
              </a:rPr>
              <a:t>Founding practitioner spots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743200"/>
            <a:ext cx="2743200" cy="2377440"/>
          </a:xfrm>
          <a:prstGeom prst="rect">
            <a:avLst/>
          </a:prstGeom>
          <a:solidFill>
            <a:srgbClr val="E8EFFF"/>
          </a:solidFill>
          <a:ln w="9525">
            <a:solidFill>
              <a:srgbClr val="1A3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29260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1A3DB8"/>
                </a:solidFill>
                <a:latin typeface="Fraunce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39319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668"/>
                </a:solidFill>
                <a:latin typeface="Manrope"/>
              </a:rPr>
              <a:t>Operator tiers active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1">
                <a:solidFill>
                  <a:srgbClr val="1A3DB8"/>
                </a:solidFill>
                <a:latin typeface="Manrope"/>
              </a:rPr>
              <a:t>Founding partners receive the most favorable equity terms — terms improve as the platform scales.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C1A4F"/>
                </a:solidFill>
                <a:latin typeface="Fraunces"/>
              </a:rPr>
              <a:t>AltHealth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A5668"/>
                </a:solidFill>
                <a:latin typeface="Manrope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82296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WHY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430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141C26"/>
                </a:solidFill>
                <a:latin typeface="Fraunces"/>
              </a:rPr>
              <a:t>Five tailwinds converging.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231343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Wellness spending accelerating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31343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Post-pandemic health awareness has permanently elevated wellness spending across all demographics.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971800"/>
            <a:ext cx="11064240" cy="9144"/>
          </a:xfrm>
          <a:prstGeom prst="rect">
            <a:avLst/>
          </a:prstGeom>
          <a:solidFill>
            <a:srgbClr val="CC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0632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9067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Brands pulling back on Meta/Google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09067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Rising CPMs and declining ROAS are forcing brands to find alternative, trust-based distribution channels.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749040"/>
            <a:ext cx="11064240" cy="9144"/>
          </a:xfrm>
          <a:prstGeom prst="rect">
            <a:avLst/>
          </a:prstGeom>
          <a:solidFill>
            <a:srgbClr val="CC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840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👩‍⚕️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Practitioners want new income streams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386791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Declining reimbursements are pushing practitioners to diversify — AltHealth is the natural fit.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526280"/>
            <a:ext cx="11064240" cy="9144"/>
          </a:xfrm>
          <a:prstGeom prst="rect">
            <a:avLst/>
          </a:prstGeom>
          <a:solidFill>
            <a:srgbClr val="CC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61772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451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AI making curation scalable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464515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Personalized product recommendations can now be automated at scale, improving conversion for everyone.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03520"/>
            <a:ext cx="11064240" cy="9144"/>
          </a:xfrm>
          <a:prstGeom prst="rect">
            <a:avLst/>
          </a:prstGeom>
          <a:solidFill>
            <a:srgbClr val="CCD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39496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41C26"/>
                </a:solidFill>
                <a:latin typeface="Manrope"/>
              </a:rPr>
              <a:t>⏱️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542239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41C26"/>
                </a:solidFill>
                <a:latin typeface="Manrope"/>
              </a:rPr>
              <a:t>Pre-scale = best economics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5422392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A5668"/>
                </a:solidFill>
                <a:latin typeface="Manrope"/>
              </a:rPr>
              <a:t>AltHealth is pre-institutional. Founding Venture Partners get equity terms that won't be available later.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C1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0116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Fraunces"/>
              </a:rPr>
              <a:t>AltHealth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B889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40312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445588"/>
                </a:solidFill>
                <a:latin typeface="Manrope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8229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3DB8"/>
                </a:solidFill>
                <a:latin typeface="Manrope"/>
              </a:rPr>
              <a:t>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143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Fraunces"/>
              </a:rPr>
              <a:t>Join the founding cohort
of Venture Partners.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108960"/>
            <a:ext cx="7772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CCFF"/>
                </a:solidFill>
                <a:latin typeface="Manrope"/>
              </a:rPr>
              <a:t>Spots are limited. Market rights are first-come by vertical and region.
Founding partners receive the most favorable equity terms available.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114800"/>
            <a:ext cx="2377440" cy="1280160"/>
          </a:xfrm>
          <a:prstGeom prst="rect">
            <a:avLst/>
          </a:prstGeom>
          <a:solidFill>
            <a:srgbClr val="1E4AD4"/>
          </a:solidFill>
          <a:ln w="9525">
            <a:solidFill>
              <a:srgbClr val="44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42519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unces"/>
              </a:rPr>
              <a:t>$25K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CFF"/>
                </a:solidFill>
                <a:latin typeface="Manrope"/>
              </a:rPr>
              <a:t>Entry Partner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114800"/>
            <a:ext cx="2377440" cy="1280160"/>
          </a:xfrm>
          <a:prstGeom prst="rect">
            <a:avLst/>
          </a:prstGeom>
          <a:solidFill>
            <a:srgbClr val="1E4AD4"/>
          </a:solidFill>
          <a:ln w="9525">
            <a:solidFill>
              <a:srgbClr val="44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46120" y="42519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unces"/>
              </a:rPr>
              <a:t>$50K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CFF"/>
                </a:solidFill>
                <a:latin typeface="Manrope"/>
              </a:rPr>
              <a:t>Growth Partner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79" y="4114800"/>
            <a:ext cx="2377440" cy="1280160"/>
          </a:xfrm>
          <a:prstGeom prst="rect">
            <a:avLst/>
          </a:prstGeom>
          <a:solidFill>
            <a:srgbClr val="1E4AD4"/>
          </a:solidFill>
          <a:ln w="9525">
            <a:solidFill>
              <a:srgbClr val="447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06439" y="42519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Fraunces"/>
              </a:rPr>
              <a:t>$100K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39" y="4800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B8CCFF"/>
                </a:solidFill>
                <a:latin typeface="Manrope"/>
              </a:rPr>
              <a:t>Strategic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669280"/>
            <a:ext cx="6400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nrope"/>
              </a:rPr>
              <a:t>Apply:  althealth.me/venture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0807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8CCFF"/>
                </a:solidFill>
                <a:latin typeface="Manrope"/>
              </a:rPr>
              <a:t>Contact:  support@althealth.me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